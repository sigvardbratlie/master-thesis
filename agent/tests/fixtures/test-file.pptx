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Cjr2wwpUg/UtgLowZvkR6GyNP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AFBEAE-D40B-4B9C-8693-63F2F642C0FB}">
  <a:tblStyle styleId="{2AAFBEAE-D40B-4B9C-8693-63F2F642C0F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4E6"/>
          </a:solidFill>
        </a:fill>
      </a:tcStyle>
    </a:wholeTbl>
    <a:band1H>
      <a:tcTxStyle/>
      <a:tcStyle>
        <a:fill>
          <a:solidFill>
            <a:srgbClr val="FFE8CA"/>
          </a:solidFill>
        </a:fill>
      </a:tcStyle>
    </a:band1H>
    <a:band2H>
      <a:tcTxStyle/>
    </a:band2H>
    <a:band1V>
      <a:tcTxStyle/>
      <a:tcStyle>
        <a:fill>
          <a:solidFill>
            <a:srgbClr val="FFE8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4E6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FFF4E6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no-N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tellysbil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tel og innhold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loverskrift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 innholdsdeler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menligning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e titte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t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hold med tekst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e med tekst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ddrett teks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ddrett tittel og teks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-N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no-NO"/>
              <a:t>Gen-F 2024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no-NO"/>
              <a:t>Fellesmøte 4.april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Agenda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Hvem er Gen-F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Hvordan det har gått frem til nå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Hva skal vi gjøre fremover?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Rutiner, lønn og utbetaling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Informasjon fra Kristian og Morten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Aktiviteter fremover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Hvem er vi, og hva vil vi?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o-NO" sz="3200"/>
              <a:t>Gen-F består av 122 medlemmer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o-NO" sz="3200"/>
              <a:t>- </a:t>
            </a:r>
            <a:r>
              <a:rPr lang="no-NO" sz="2800"/>
              <a:t>81 U16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o-NO"/>
              <a:t>- 41</a:t>
            </a:r>
            <a:r>
              <a:rPr lang="no-NO" sz="2800"/>
              <a:t> mentorer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o-NO" sz="3200"/>
              <a:t>Vi jobber sammen for å komme oss på alle campene i året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Et lite innblikk fra lørdag 16.mars: 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3812"/>
            <a:ext cx="8627168" cy="647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7432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199" y="0"/>
            <a:ext cx="2743199" cy="3665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397" y="-1"/>
            <a:ext cx="9743023" cy="730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3649667"/>
            <a:ext cx="27432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50125" y="3649667"/>
            <a:ext cx="27432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t bilde som inneholder tekst, skjermbilde, Font, line&#10;&#10;Automatisk generert beskrivelse" id="118" name="Google Shape;118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9039" y="225812"/>
            <a:ext cx="12202619" cy="6406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Hvordan det har gått frem til nå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838200" y="1825625"/>
            <a:ext cx="475971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Antall timer fra sommeren: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794373" y="1225460"/>
            <a:ext cx="435728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o-NO" sz="7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3303</a:t>
            </a:r>
            <a:r>
              <a:rPr b="1" i="0" lang="no-NO" sz="72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no-NO" sz="7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timer</a:t>
            </a:r>
            <a:endParaRPr b="1" i="0" sz="54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" name="Google Shape;126;p6"/>
          <p:cNvGraphicFramePr/>
          <p:nvPr/>
        </p:nvGraphicFramePr>
        <p:xfrm>
          <a:off x="1211766" y="27655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{2AAFBEAE-D40B-4B9C-8693-63F2F642C0FB}</a:tableStyleId>
              </a:tblPr>
              <a:tblGrid>
                <a:gridCol w="4902825"/>
                <a:gridCol w="4902825"/>
              </a:tblGrid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 u="none" cap="none" strike="noStrike"/>
                        <a:t>OMRÅDE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FORDELING I PROSENT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2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VASKING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32%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KIOSK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20%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FLASKER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15%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GENERELT VEDLIKEHOLD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10,8%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RIGG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7,5%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UTOMHUS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7%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DIVERSE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-NO" sz="2400"/>
                        <a:t>7,7%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Målet vårt</a:t>
            </a:r>
            <a:endParaRPr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o-NO"/>
              <a:t>Gen-F på alle camper: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o-NO"/>
              <a:t>Mentorer: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o-NO"/>
              <a:t>Total sum per år: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037491" y="1499482"/>
            <a:ext cx="435664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o-NO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ca.</a:t>
            </a:r>
            <a:r>
              <a:rPr b="0" i="0" lang="no-NO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1 150 000 kr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037491" y="2422812"/>
            <a:ext cx="44736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o-NO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ca.      </a:t>
            </a:r>
            <a:r>
              <a:rPr b="0" i="0" lang="no-NO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400 000 kr </a:t>
            </a:r>
            <a:endParaRPr b="0" i="0" sz="5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713317" y="4518367"/>
            <a:ext cx="369203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o-NO" sz="5400" u="none" cap="none" strike="noStrike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1 550 000 kr</a:t>
            </a:r>
            <a:endParaRPr/>
          </a:p>
        </p:txBody>
      </p:sp>
      <p:cxnSp>
        <p:nvCxnSpPr>
          <p:cNvPr id="136" name="Google Shape;136;p7"/>
          <p:cNvCxnSpPr/>
          <p:nvPr/>
        </p:nvCxnSpPr>
        <p:spPr>
          <a:xfrm>
            <a:off x="5732254" y="4427622"/>
            <a:ext cx="477889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Inntektsbringende jobber i 2024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838200" y="1493717"/>
            <a:ext cx="6272463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o-NO"/>
              <a:t>Vask, drift og vedlikehold (Gjersjøen mm):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o-NO"/>
              <a:t>Kiosksalg (Gjersjøen):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o-NO"/>
              <a:t>Flaskeinnsamling: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7451796" y="1441911"/>
            <a:ext cx="318388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o-NO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800</a:t>
            </a:r>
            <a:r>
              <a:rPr b="1" i="0" lang="no-NO" sz="54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no-NO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r>
              <a:rPr b="1" i="0" lang="no-NO" sz="54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no-NO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kr</a:t>
            </a:r>
            <a:endParaRPr b="1" i="0" sz="54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451796" y="2161024"/>
            <a:ext cx="316144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o-NO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300 000 kr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7474238" y="2897586"/>
            <a:ext cx="316144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o-NO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140 000 kr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943644" y="3803467"/>
            <a:ext cx="366959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no-NO" sz="5400" u="none" cap="none" strike="noStrike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1 240 000 kr</a:t>
            </a:r>
            <a:endParaRPr/>
          </a:p>
        </p:txBody>
      </p:sp>
      <p:cxnSp>
        <p:nvCxnSpPr>
          <p:cNvPr id="147" name="Google Shape;147;p8"/>
          <p:cNvCxnSpPr/>
          <p:nvPr/>
        </p:nvCxnSpPr>
        <p:spPr>
          <a:xfrm>
            <a:off x="6376737" y="3841497"/>
            <a:ext cx="459606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Utenom dette: 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838200" y="150340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o-NO"/>
              <a:t>Vedproduksjon: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o-NO"/>
              <a:t>Jobb hvitt: 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7187109" y="1197840"/>
            <a:ext cx="316144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o-NO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150 000 kr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7187108" y="2117941"/>
            <a:ext cx="316144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o-NO" sz="5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150 000 kr</a:t>
            </a:r>
            <a:endParaRPr/>
          </a:p>
        </p:txBody>
      </p:sp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337210"/>
            <a:ext cx="2333840" cy="3111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5188" y="3377184"/>
            <a:ext cx="4095750" cy="3071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3042" y="3361617"/>
            <a:ext cx="2333840" cy="3111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5522218" y="5953850"/>
            <a:ext cx="6491222" cy="656286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no-NO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 vi allerede er i full gang med!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Gjersjøen til nye høyder</a:t>
            </a:r>
            <a:endParaRPr/>
          </a:p>
        </p:txBody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838200" y="1825625"/>
            <a:ext cx="10515600" cy="4851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Vi ønsker å heve nivået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no-NO"/>
              <a:t>Hvorfor?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Hva gjør vi konkret?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no-NO"/>
              <a:t>Fokus på utenomhus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no-NO"/>
              <a:t>Ulike rutiner onsdag/søndag versus lørdag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no-NO"/>
              <a:t>Setter opp flere på skift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no-NO"/>
              <a:t>Et ekstra skift på torsdager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Kontrollsjekker fremover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no-NO"/>
              <a:t>Premie?                                                                                                          🡪🡪🡪🡪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Bedre nivå = mer i lønn?</a:t>
            </a:r>
            <a:endParaRPr/>
          </a:p>
        </p:txBody>
      </p:sp>
      <p:sp>
        <p:nvSpPr>
          <p:cNvPr id="171" name="Google Shape;17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Vi kick-starter i april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Hvis vi klarer å heve standarden, vil timesatsen gå opp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no-NO"/>
              <a:t>Fra 100 kr til 110 kr (GEN-F)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no-NO"/>
              <a:t>Fra 150 kr til 160 kr (MENTOR)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o-NO"/>
              <a:t>.. og som ekstra bonus får vi et bedre og triveligere sted å samles på!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For å få lønn må man..</a:t>
            </a:r>
            <a:endParaRPr/>
          </a:p>
        </p:txBody>
      </p:sp>
      <p:grpSp>
        <p:nvGrpSpPr>
          <p:cNvPr id="177" name="Google Shape;177;p12"/>
          <p:cNvGrpSpPr/>
          <p:nvPr/>
        </p:nvGrpSpPr>
        <p:grpSpPr>
          <a:xfrm>
            <a:off x="2586264" y="1828600"/>
            <a:ext cx="7019471" cy="4345387"/>
            <a:chOff x="1748064" y="2975"/>
            <a:chExt cx="7019471" cy="4345387"/>
          </a:xfrm>
        </p:grpSpPr>
        <p:sp>
          <p:nvSpPr>
            <p:cNvPr id="178" name="Google Shape;178;p12"/>
            <p:cNvSpPr/>
            <p:nvPr/>
          </p:nvSpPr>
          <p:spPr>
            <a:xfrm>
              <a:off x="1748064" y="2975"/>
              <a:ext cx="3342605" cy="2005563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2"/>
            <p:cNvSpPr txBox="1"/>
            <p:nvPr/>
          </p:nvSpPr>
          <p:spPr>
            <a:xfrm>
              <a:off x="1748064" y="2975"/>
              <a:ext cx="3342605" cy="2005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500"/>
                <a:buFont typeface="Calibri"/>
                <a:buNone/>
              </a:pPr>
              <a:r>
                <a:rPr lang="no-NO" sz="4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 Møte opp på skift</a:t>
              </a:r>
              <a:endParaRPr/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5424930" y="2975"/>
              <a:ext cx="3342605" cy="2005563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2"/>
            <p:cNvSpPr txBox="1"/>
            <p:nvPr/>
          </p:nvSpPr>
          <p:spPr>
            <a:xfrm>
              <a:off x="5424930" y="2975"/>
              <a:ext cx="3342605" cy="2005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500"/>
                <a:buFont typeface="Calibri"/>
                <a:buNone/>
              </a:pPr>
              <a:r>
                <a:rPr lang="no-NO" sz="4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 Melde seg på jobber</a:t>
              </a:r>
              <a:endParaRPr/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3586497" y="2342799"/>
              <a:ext cx="3342605" cy="2005563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2"/>
            <p:cNvSpPr txBox="1"/>
            <p:nvPr/>
          </p:nvSpPr>
          <p:spPr>
            <a:xfrm>
              <a:off x="3586497" y="2342799"/>
              <a:ext cx="3342605" cy="2005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1450" lIns="171450" spcFirstLastPara="1" rIns="171450" wrap="square" tIns="171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500"/>
                <a:buFont typeface="Calibri"/>
                <a:buNone/>
              </a:pPr>
              <a:r>
                <a:rPr lang="no-NO" sz="4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 Registrere timer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Informasjon fra Kristian og Morten</a:t>
            </a:r>
            <a:endParaRPr/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Aktiviteter fremover</a:t>
            </a:r>
            <a:endParaRPr/>
          </a:p>
        </p:txBody>
      </p:sp>
      <p:sp>
        <p:nvSpPr>
          <p:cNvPr id="195" name="Google Shape;195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3283272" y="1949873"/>
            <a:ext cx="562545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o-NO" sz="5400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Idrettshall 13.april </a:t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4170116" y="3238839"/>
            <a:ext cx="385176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o-NO" sz="5400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Mai aktivitet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3702424" y="4527805"/>
            <a:ext cx="478714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o-NO" sz="5400"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rPr>
              <a:t>Avslutning i juni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type="title"/>
          </p:nvPr>
        </p:nvSpPr>
        <p:spPr>
          <a:xfrm>
            <a:off x="838200" y="25428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no-NO"/>
              <a:t>Spørsmål?</a:t>
            </a:r>
            <a:endParaRPr/>
          </a:p>
        </p:txBody>
      </p:sp>
      <p:sp>
        <p:nvSpPr>
          <p:cNvPr id="204" name="Google Shape;204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2024-03-29T09:02:37Z</dcterms:created>
  <dc:creator>Mathilde Konstanse Ekholdt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484126-3486-41a9-802e-7f1e2277276c_Enabled">
    <vt:lpwstr>true</vt:lpwstr>
  </property>
  <property fmtid="{D5CDD505-2E9C-101B-9397-08002B2CF9AE}" pid="3" name="MSIP_Label_d0484126-3486-41a9-802e-7f1e2277276c_SetDate">
    <vt:lpwstr>2024-03-29T09:03:43Z</vt:lpwstr>
  </property>
  <property fmtid="{D5CDD505-2E9C-101B-9397-08002B2CF9AE}" pid="4" name="MSIP_Label_d0484126-3486-41a9-802e-7f1e2277276c_Method">
    <vt:lpwstr>Standard</vt:lpwstr>
  </property>
  <property fmtid="{D5CDD505-2E9C-101B-9397-08002B2CF9AE}" pid="5" name="MSIP_Label_d0484126-3486-41a9-802e-7f1e2277276c_Name">
    <vt:lpwstr>d0484126-3486-41a9-802e-7f1e2277276c</vt:lpwstr>
  </property>
  <property fmtid="{D5CDD505-2E9C-101B-9397-08002B2CF9AE}" pid="6" name="MSIP_Label_d0484126-3486-41a9-802e-7f1e2277276c_SiteId">
    <vt:lpwstr>eec01f8e-737f-43e3-9ed5-f8a59913bd82</vt:lpwstr>
  </property>
  <property fmtid="{D5CDD505-2E9C-101B-9397-08002B2CF9AE}" pid="7" name="MSIP_Label_d0484126-3486-41a9-802e-7f1e2277276c_ActionId">
    <vt:lpwstr>4c6beda6-04e9-4224-92b8-3612600d335c</vt:lpwstr>
  </property>
  <property fmtid="{D5CDD505-2E9C-101B-9397-08002B2CF9AE}" pid="8" name="MSIP_Label_d0484126-3486-41a9-802e-7f1e2277276c_ContentBits">
    <vt:lpwstr>0</vt:lpwstr>
  </property>
</Properties>
</file>